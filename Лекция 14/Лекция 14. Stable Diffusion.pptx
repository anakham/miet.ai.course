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95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EA173-5B7A-5E44-A076-22BF84DB9A2D}" type="datetimeFigureOut">
              <a:rPr lang="en-RU" smtClean="0"/>
              <a:t>10.12.2025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1C157-1CA5-3043-848B-E8D86F8433A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4821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1C157-1CA5-3043-848B-E8D86F8433AE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4614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6A82-B642-6E47-5C3E-0AE89FB5A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E5DCB-B891-FA30-6E3A-DD2FE5D9E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A38A8-9476-6F05-2F55-65A73868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04B77-7191-9B88-006B-2B7EB17C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1BF1A-A7BC-8482-34C3-A43A7F45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6524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C882-DB76-5D31-D2BD-254DA67E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3C33-7FB8-1517-60D2-0D7CCB223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4A78F-C8C0-4734-7F45-EC7BB208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4B9C2-6B96-222F-D96C-4EF394FC6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A2580-04BD-AC0E-196D-6334FDE0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6595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89B5-2CB5-77C0-8B66-950FC836B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09FB5-B7B8-FE89-00BB-A53C5CF07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6554D-837A-F6C2-0902-53DEEF63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93C98-E909-EF7A-4E0C-44F373A6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53B70-3594-204A-48FD-359F20A3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3217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A258-5483-8992-492F-D2D05601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09C2-6527-61E2-0704-8C52F8D62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6C068-67A9-74B6-5F99-432086871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187F-518D-81F0-D035-ACAE9B9E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E4443-2E63-683B-C1A4-2292C0C0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557BC-DFAA-1986-E18A-5E765362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2263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6F1E-95F9-7F76-5C48-801FB579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25EE-FC01-9CC5-63EC-1B1BA8995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30609-C124-83FB-FB22-24468418E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CFBB2-25DE-8DBB-4B13-201E56F8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BCB71-881B-DBDF-EF97-D3B98D385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60410-3ADF-5DB6-E2B5-D2E118EF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88EEF-B6C0-2C51-313C-6C06952C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14ADA-A4B7-291E-F49B-FC340A59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73684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E5D4-078B-D39A-E6E9-36AD72F3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E3C2D-7BE9-B0BE-13DD-90DE0563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F0B28-D13D-A095-C78A-802BA09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68B64-860E-7E51-03AA-2C16514D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259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758AE-5339-EF8C-E675-5B483148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4854B-1BDD-6637-3787-55E8985D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672C9-B4C5-D7E2-3607-F1DB1C3E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9811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5429-8F8A-5637-F91B-1EC29672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EA1A-3B04-842B-00EF-99D1BEA42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7AF99-F845-2BB5-A8F6-A1702D622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1F958-AB4E-18C1-8214-8A3F781B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A2BEB-CF63-9F07-809A-7E31BBE9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B7ADF-C0A6-2C5D-7AC6-361D9EC7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0381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DAA6-A402-3A17-D83A-37A0EC43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222F3-EF50-9F87-7B91-6693E313D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2354D-F985-948A-CA52-4F946DA44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E9463-1E87-9A7A-1E87-02959C23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2439B-0F72-A731-DD47-117A7F89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9E892-9391-2019-3DC5-E381F8D0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9445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B313-0A34-1799-D973-8D88C2EE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547B0-D6F7-93A2-1932-740395120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9F1EF-A54B-E935-2826-16F8ED41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A373-43E1-B2EE-812C-1896AE70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5CACF-7C99-DB9D-A37B-2AD22454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1143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A884E-9554-E30A-6118-D6F2ED085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0E3C-0756-FDE5-5F25-89AB279EA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AB73D-F7EC-3124-05AC-20EA1A13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3A0DC-AD50-C17E-D3E8-9B082299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4D2E3-D05A-3818-07BE-D7A9E37F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584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92621-53B9-9DDF-1F59-BED8FA6C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0AEBB-88E3-BFCB-2D8F-9CEC1CC1A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6E228-C64A-7E95-F66D-21CE796A9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934E6-0828-AF4C-BFD1-621A0B260AB1}" type="datetimeFigureOut">
              <a:rPr lang="en-RU" smtClean="0"/>
              <a:t>09.12.2025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4EBB0-7BAB-44AA-1A6B-47B1954D9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411D4-FB3F-EE41-E9FC-109773DBA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8D679-5C8F-F644-A1C1-4D3C0A11DC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9930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pdf/1505.0459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/2020/file/4c5bcfec8584af0d967f1ab10179ca4b-Paper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3.0358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arxiv.org/pdf/1503.0358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/2020/file/4c5bcfec8584af0d967f1ab10179ca4b-Paper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CVPR2021/papers/Esser_Taming_Transformers_for_High-Resolution_Image_Synthesis_CVPR_2021_paper.pdf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CVPR2022/papers/Rombach_High-Resolution_Image_Synthesis_With_Latent_Diffusion_Models_CVPR_2022_paper.pdf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204.1182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openaccess.thecvf.com/content/ICCV2023/papers/Zhang_Adding_Conditional_Control_to_Text-to-Image_Diffusion_Models_ICCV_2023_paper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0DF4-BE14-9B5E-EF2F-4D9DFC596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Stable Diffusion, Segment Anything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FB6ED-E7D7-6B31-EFA1-E89A27E22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666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8A9B-DEFB-513E-8F25-9A55D42A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Сегментация </a:t>
            </a:r>
            <a:r>
              <a:rPr lang="en-RU" dirty="0"/>
              <a:t>U-Net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020FF-4E8A-86FB-81B5-15E26AA21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7911"/>
            <a:ext cx="6895271" cy="435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F4013-0BE6-0C46-3457-E550FBE1D0B8}"/>
              </a:ext>
            </a:extLst>
          </p:cNvPr>
          <p:cNvSpPr txBox="1"/>
          <p:nvPr/>
        </p:nvSpPr>
        <p:spPr>
          <a:xfrm>
            <a:off x="556058" y="6169709"/>
            <a:ext cx="11635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Ronneberger, Olaf, Philipp Fischer, and Thomas Brox. "U-net: Convolutional networks for biomedical image segmentation.”</a:t>
            </a:r>
          </a:p>
          <a:p>
            <a:r>
              <a:rPr lang="en-GB" dirty="0">
                <a:hlinkClick r:id="rId3"/>
              </a:rPr>
              <a:t> International Conference on Medical image computing and computer-assisted intervention. Springer 2015.</a:t>
            </a:r>
            <a:endParaRPr lang="en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8C322F-E9B8-D130-A9F9-B1A5A05B0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914" y="1690688"/>
            <a:ext cx="3124200" cy="162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1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0343-B231-1C9B-D0C8-74BBC3C6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Stable diffusion </a:t>
            </a:r>
            <a:r>
              <a:rPr lang="ru-RU" dirty="0"/>
              <a:t>как генератор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E393D4-8137-C25B-CD0C-4FA58A1DD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02533"/>
            <a:ext cx="10515600" cy="1609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E5AC1-2ECA-E026-3D70-ADFA311B6DBA}"/>
              </a:ext>
            </a:extLst>
          </p:cNvPr>
          <p:cNvSpPr txBox="1"/>
          <p:nvPr/>
        </p:nvSpPr>
        <p:spPr>
          <a:xfrm>
            <a:off x="653141" y="5846544"/>
            <a:ext cx="11146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Ho, Jonathan, Ajay Jain, and Pieter Abbeel. "Denoising diffusion probabilistic models." Advances in neural information processing systems 33 (2020): 6840-6851.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0545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1F8D-686A-CE38-09FE-AB2AF85D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понятия </a:t>
            </a:r>
            <a:r>
              <a:rPr lang="en-RU" dirty="0"/>
              <a:t>Stable Diffusion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8E4B22-B15B-E6CE-5008-1C2BD6A06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03" y="1690688"/>
            <a:ext cx="11905394" cy="4049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82509-5D44-EA55-42DC-351218C6818D}"/>
              </a:ext>
            </a:extLst>
          </p:cNvPr>
          <p:cNvSpPr txBox="1"/>
          <p:nvPr/>
        </p:nvSpPr>
        <p:spPr>
          <a:xfrm>
            <a:off x="1404258" y="6039757"/>
            <a:ext cx="10123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Sohl-Dickstein, Jascha, et al. "Deep unsupervised learning using nonequilibrium thermodynamics." International conference on machine learning. pmlr, 2015.</a:t>
            </a:r>
            <a:r>
              <a:rPr lang="en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189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A90-7F6C-DDE8-9282-17587605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912"/>
            <a:ext cx="10515600" cy="1325563"/>
          </a:xfrm>
        </p:spPr>
        <p:txBody>
          <a:bodyPr/>
          <a:lstStyle/>
          <a:p>
            <a:r>
              <a:rPr lang="ru-RU" dirty="0"/>
              <a:t>Функция потерь </a:t>
            </a:r>
            <a:r>
              <a:rPr lang="en-RU" dirty="0"/>
              <a:t>Stable Diffusion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2EC18-5157-2123-6CB8-39A48984F626}"/>
              </a:ext>
            </a:extLst>
          </p:cNvPr>
          <p:cNvSpPr txBox="1"/>
          <p:nvPr/>
        </p:nvSpPr>
        <p:spPr>
          <a:xfrm>
            <a:off x="272142" y="5985164"/>
            <a:ext cx="6618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Sohl-Dickstein, Jascha, et al. "Deep unsupervised learning using nonequilibrium thermodynamics." International conference on machine learning. pmlr, 2015.</a:t>
            </a:r>
            <a:r>
              <a:rPr lang="en-RU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517B3-83AC-032E-8F8A-4CAD31501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64" y="1566332"/>
            <a:ext cx="3469821" cy="992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A9520A-30C1-2848-771B-F22D811F9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588297"/>
            <a:ext cx="2574471" cy="600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3A2C46-B4FE-DC28-1504-A8842997F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771" y="3285435"/>
            <a:ext cx="4376057" cy="2657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E8045E-88D6-725F-1193-42945536B773}"/>
              </a:ext>
            </a:extLst>
          </p:cNvPr>
          <p:cNvSpPr/>
          <p:nvPr/>
        </p:nvSpPr>
        <p:spPr>
          <a:xfrm>
            <a:off x="5236029" y="3429000"/>
            <a:ext cx="380999" cy="3294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DF6AF-8530-A5D2-D59B-42A0AD2392A2}"/>
              </a:ext>
            </a:extLst>
          </p:cNvPr>
          <p:cNvSpPr/>
          <p:nvPr/>
        </p:nvSpPr>
        <p:spPr>
          <a:xfrm>
            <a:off x="5236029" y="4521458"/>
            <a:ext cx="380999" cy="3294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FD4B10-EE3A-D748-87E4-865E027CBFA4}"/>
              </a:ext>
            </a:extLst>
          </p:cNvPr>
          <p:cNvSpPr/>
          <p:nvPr/>
        </p:nvSpPr>
        <p:spPr>
          <a:xfrm>
            <a:off x="5225143" y="5497426"/>
            <a:ext cx="380999" cy="3294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0A6A54-A74B-4211-160A-71EA56EB4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0064" y="1418444"/>
            <a:ext cx="3469822" cy="16034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C9DB6B-CEA4-4522-D67D-C1F05B4079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0064" y="3189007"/>
            <a:ext cx="3303812" cy="12679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A223F7-8C70-C4A0-2C1D-9355835638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0772" y="4456917"/>
            <a:ext cx="4659086" cy="1750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2FE7EB-4151-6BA9-E104-3D60302AEB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4299" y="6296835"/>
            <a:ext cx="2933701" cy="63711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A90CA23-01A9-1BB7-6F5B-D0E2E2C50104}"/>
              </a:ext>
            </a:extLst>
          </p:cNvPr>
          <p:cNvSpPr/>
          <p:nvPr/>
        </p:nvSpPr>
        <p:spPr>
          <a:xfrm>
            <a:off x="11353800" y="4447304"/>
            <a:ext cx="380999" cy="3294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0057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FFDE-B8CD-2B07-23FE-E54446AF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обучения и генерации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31E17B-293C-9FD9-02A2-00F508119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9438"/>
            <a:ext cx="10515600" cy="2689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DF9E3-3AF7-736F-5E99-3197DC4DF30B}"/>
              </a:ext>
            </a:extLst>
          </p:cNvPr>
          <p:cNvSpPr txBox="1"/>
          <p:nvPr/>
        </p:nvSpPr>
        <p:spPr>
          <a:xfrm>
            <a:off x="653141" y="5846544"/>
            <a:ext cx="11146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Ho, Jonathan, Ajay Jain, and Pieter Abbeel. "Denoising diffusion probabilistic models." Advances in neural information processing systems 33 (2020): 6840-6851.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4566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5A03-CAED-DEFF-4725-0DD24EC8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изображений высокого разрешения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A79299-D2C5-2FD9-979C-00C2046FD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477" y="1825625"/>
            <a:ext cx="1025504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4A131E-07CD-92BC-BA71-B26BEC7020E6}"/>
              </a:ext>
            </a:extLst>
          </p:cNvPr>
          <p:cNvSpPr txBox="1"/>
          <p:nvPr/>
        </p:nvSpPr>
        <p:spPr>
          <a:xfrm>
            <a:off x="664029" y="6169709"/>
            <a:ext cx="10689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Esser, Patrick, Robin Rombach, and Bjorn Ommer. "Taming transformers for high-resolution image synthesis." Proceedings of the IEEE/CVF conference on computer vision and pattern recognition. 2021.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69255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CD0F-6FC3-83B3-898E-D4136291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Условная генерация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2ADCA7-73AD-4685-AABB-2716ECDD5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212" y="1825625"/>
            <a:ext cx="903357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817BA0-58CC-CE7E-0838-55FB10581D65}"/>
              </a:ext>
            </a:extLst>
          </p:cNvPr>
          <p:cNvSpPr txBox="1"/>
          <p:nvPr/>
        </p:nvSpPr>
        <p:spPr>
          <a:xfrm>
            <a:off x="1838902" y="6169709"/>
            <a:ext cx="8773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Rombach, Robin, et al. "High-resolution image synthesis with latent diffusion models." Proceedings of the IEEE/CVF conference on computer vision and pattern recognition. 2022.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4831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F922-3288-510E-609D-B1BCEF03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Детали обучения и генерации</a:t>
            </a:r>
            <a:endParaRPr lang="en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E9CFC7-0A17-E18B-1C20-0313E7A887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57" y="1690688"/>
            <a:ext cx="11273056" cy="447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302BA-9DC2-9181-A4C5-24E5C8357AC3}"/>
              </a:ext>
            </a:extLst>
          </p:cNvPr>
          <p:cNvSpPr txBox="1"/>
          <p:nvPr/>
        </p:nvSpPr>
        <p:spPr>
          <a:xfrm>
            <a:off x="968829" y="6488668"/>
            <a:ext cx="1074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Blattmann, Andreas, et al. "Semi-parametric neural image synthesis." arXiv preprint arXiv:2204.11824 (2022).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10477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96E8-EF8C-E9D8-0E80-E4D067BF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389"/>
          </a:xfrm>
        </p:spPr>
        <p:txBody>
          <a:bodyPr/>
          <a:lstStyle/>
          <a:p>
            <a:r>
              <a:rPr lang="ru-RU" dirty="0"/>
              <a:t>Генерация по дополнительным </a:t>
            </a:r>
            <a:r>
              <a:rPr lang="ru-RU" dirty="0" err="1"/>
              <a:t>усолвиям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05C49-2512-7133-B0BE-9313E3EEC636}"/>
              </a:ext>
            </a:extLst>
          </p:cNvPr>
          <p:cNvSpPr txBox="1"/>
          <p:nvPr/>
        </p:nvSpPr>
        <p:spPr>
          <a:xfrm>
            <a:off x="838200" y="5988734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Zhang, Lvmin, Anyi Rao, and Maneesh Agrawala. "Adding conditional control to text-to-image diffusion models." Proceedings of the IEEE/CVF international conference on computer vision. 2023.</a:t>
            </a:r>
            <a:endParaRPr lang="en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B8766-13D1-DBC6-9C50-3AD95D59B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514" y="1404649"/>
            <a:ext cx="8817429" cy="439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96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303</Words>
  <Application>Microsoft Macintosh PowerPoint</Application>
  <PresentationFormat>Widescreen</PresentationFormat>
  <Paragraphs>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Stable Diffusion, Segment Anything</vt:lpstr>
      <vt:lpstr>Сегментация U-Net</vt:lpstr>
      <vt:lpstr>Stable diffusion как генератор</vt:lpstr>
      <vt:lpstr>Математические понятия Stable Diffusion</vt:lpstr>
      <vt:lpstr>Функция потерь Stable Diffusion</vt:lpstr>
      <vt:lpstr>Алгоритмы обучения и генерации</vt:lpstr>
      <vt:lpstr>Генерация изображений высокого разрешения</vt:lpstr>
      <vt:lpstr>Условная генерация</vt:lpstr>
      <vt:lpstr>Детали обучения и генерации</vt:lpstr>
      <vt:lpstr>Генерация по дополнительным усолвиям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 Diffusion, Segment Anything</dc:title>
  <dc:creator>Microsoft Office User</dc:creator>
  <cp:lastModifiedBy>Microsoft Office User</cp:lastModifiedBy>
  <cp:revision>2</cp:revision>
  <dcterms:created xsi:type="dcterms:W3CDTF">2025-12-09T19:21:43Z</dcterms:created>
  <dcterms:modified xsi:type="dcterms:W3CDTF">2025-12-10T15:40:04Z</dcterms:modified>
</cp:coreProperties>
</file>