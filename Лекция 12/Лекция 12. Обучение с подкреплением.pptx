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720"/>
  </p:normalViewPr>
  <p:slideViewPr>
    <p:cSldViewPr snapToGrid="0">
      <p:cViewPr varScale="1">
        <p:scale>
          <a:sx n="104" d="100"/>
          <a:sy n="104" d="100"/>
        </p:scale>
        <p:origin x="232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806B-4539-9184-9C30-62F05A51C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77453-4BF0-1E96-02B0-441D7B393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6DE3C-7A20-FE26-95E7-1D395029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3EFC-0553-CD1C-73A1-3EAC1B3B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4C9B9-E279-1227-39AB-DF453E72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6731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8AB5-1A86-CDF6-1120-FBA6E4F8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C46C-6748-25EE-BEB3-8A6F171A8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3205-28A0-B668-06EF-C0B8F6FC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94161-FD1A-6267-7A19-9BFDA1F6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C8B8D-5280-E3FB-5667-ECE6809D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5564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7C3A-F3FD-A47A-EB8C-A5253AC0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E107D-E19A-96B0-F06A-FA39AD5B4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731F7-4B30-36C1-3238-4198AE1C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14453-50D9-20A9-4590-4C1446EA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82345-8E3F-0EEB-D211-3DA0907B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9388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92FF-9466-5DFD-49FE-6D77E403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E9BB1-04D6-6B14-05FD-CF3E43D66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2E76D-E7D0-0670-359A-94639D68F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0A774-D4B1-6481-CFB4-F29132742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225E7-42F0-7B15-2BE3-7CFDD5D7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8646B-2863-E232-5896-1212E80F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2295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92BD-73B7-E4E8-ED40-41019F17B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BEBF8-105D-83DF-0A3C-CB57B5E28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CDD71-29B6-77A0-7AB2-FC4CF8944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D2BF5-04CF-AF27-0287-9D8022D0F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E8771-86BE-351D-099F-4604ECD4B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EB770-C431-E2BD-1BED-7D3722F0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13C48-E567-3D43-2FF6-4BF5E145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CEF51-0F26-555F-B0C0-779A8B85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3808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DC59-95DD-A20E-FA21-0D0E3C49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5A4F1-5D57-4B13-D5ED-F442B658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3A787-F7A3-DC1E-0169-67065613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38F27-00BD-3963-58D6-EE9CD1F3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1535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60612-A78D-FA50-EB09-57820F22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700E1-2CC9-22E1-8E5F-BCEF4247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4841B-E650-6CD0-2D13-B61F33C8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9687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DE53-7B94-FE6F-9821-5E984BC9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57690-11EF-7D02-8C4A-3AC93A43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E9113-8A28-61CE-F224-161C6AF8F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551D1-316D-B33E-0277-4387AB8B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3338D-CF5F-6117-FE18-A7399BAA0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DE3FB-5888-ABDB-2852-95EE1F2F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57582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A3AC-6549-39D8-245A-C07A933D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91FD0-F54E-8014-06CA-F66982713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8824D-2223-8491-376C-12C3FF640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16BBC-41C4-1068-42F4-0483680A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33C78-B322-7EF5-43A6-8577D6E9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35247-7575-1F64-84FD-42C2FFC8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3121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96F9-389F-8AD8-EB35-044475CF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C9B36-7D2C-DF23-180F-B7846358C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24EE1-28D1-486F-9286-0CF1DD83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12058-A636-6E38-296C-3ED9785A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3DA44-B96E-81D0-C9A2-4D7BEC5E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2862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215DB-0958-0F57-663E-759C7E389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8B3C8-4114-2D88-58A3-7FD6D08B3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0F418-F2BB-D1A7-C819-47DDA12A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E26BA-C288-F5ED-9985-92F0EAA1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9C138-66AA-2828-1101-9298F640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4201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3CA7D-7524-1D19-DB70-A628640D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D9CCE-F267-F1D5-9C8F-652C2D5D8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CBE65-590F-3398-14CE-A5E3537A3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EEDD9-9CCA-E34F-9E61-CF159312C955}" type="datetimeFigureOut">
              <a:rPr lang="en-RU" smtClean="0"/>
              <a:t>26.11.2025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D7DF9-4455-5BB4-402D-F14B5B873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3662A-34F7-4AB0-4430-D2592DD2D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BE2B0-0162-EB4A-A3BF-41C5DBFD207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4916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CVPR_2019/papers/Tan_MnasNet_Platform-Aware_Neural_Architecture_Search_for_Mobile_CVPR_2019_paper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245A6-7B1E-739A-3FEA-4B62A708D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Обучение с подкреплением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B4AF0-44FE-6AAF-B71F-E587E7FD2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0058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B474-584F-75BD-B2E1-919C654D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Марковский процесс принятия решений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76288D-B1A2-9E02-B377-A49EA672F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925" y="1690688"/>
            <a:ext cx="10515600" cy="40388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56BC28-9467-4AF0-3F52-45A4E377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93" y="5875138"/>
            <a:ext cx="3522436" cy="422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95CB8D-513D-CEBF-5A82-10166FE9C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868" y="6443145"/>
            <a:ext cx="5878286" cy="38238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DC42FD6-2465-06F5-DE4C-E60ECCA7C8E3}"/>
              </a:ext>
            </a:extLst>
          </p:cNvPr>
          <p:cNvGrpSpPr>
            <a:grpSpLocks noChangeAspect="1"/>
          </p:cNvGrpSpPr>
          <p:nvPr/>
        </p:nvGrpSpPr>
        <p:grpSpPr>
          <a:xfrm>
            <a:off x="7685902" y="2630435"/>
            <a:ext cx="1812545" cy="1338912"/>
            <a:chOff x="5412922" y="2490902"/>
            <a:chExt cx="3158672" cy="233328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25B3F50-F93B-1F3E-2C29-E24E43850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2922" y="2991754"/>
              <a:ext cx="1409700" cy="635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B6ED22-A642-776E-1267-B6B06A63CE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9507"/>
            <a:stretch/>
          </p:blipFill>
          <p:spPr>
            <a:xfrm>
              <a:off x="5464627" y="3586730"/>
              <a:ext cx="1981200" cy="620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54E7EA-4559-F4EE-0AA9-A6DA37E4E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53741" y="4189186"/>
              <a:ext cx="3086100" cy="635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C459FDB-5BF1-E478-156E-1BD375CDD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34694" y="2490902"/>
              <a:ext cx="3136900" cy="520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9981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797B-8A9C-D664-78AD-237FFE36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описания робота-уборщика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9F36CB-F381-9A2D-A95B-4FDAF3C18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5467"/>
            <a:ext cx="10515600" cy="425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14BC-66BA-6682-D5C1-2B66AD8E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«Многорукий бандит»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D41069-DCBF-177D-DC34-DCBB1CCCF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930" y="1825625"/>
            <a:ext cx="7041843" cy="479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B4D4-0B0E-0CCB-9E7E-2329D8C4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вознаграждения за действие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6D69E-1F80-17E8-CE15-5D09D4B2E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38" y="2010761"/>
            <a:ext cx="5871036" cy="1488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C81C5A-A351-4EFE-42C8-C1C541469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059" y="1918085"/>
            <a:ext cx="2913856" cy="31633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3E8B8C-F73D-1CDD-22F2-BF3F3D077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898" y="5455431"/>
            <a:ext cx="1816442" cy="34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3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DCD2-E2E0-FA3F-7893-806317784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действия на основе градиентного спуска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DF514-8CD4-C554-F945-1811E8F275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3"/>
          <a:stretch/>
        </p:blipFill>
        <p:spPr>
          <a:xfrm>
            <a:off x="2008316" y="1853685"/>
            <a:ext cx="4087684" cy="1030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8A3A06-1001-82F9-AFF3-BB3896837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316" y="2884519"/>
            <a:ext cx="6647204" cy="729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D8BDFA-78C7-C2F5-7491-15A8177F3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241" y="3903184"/>
            <a:ext cx="3416300" cy="742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008DAD-7438-309C-B764-2CE487B2D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4242" y="4645187"/>
            <a:ext cx="2699608" cy="72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7E64-346E-A043-54B7-753B0BB0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с задачей оптимального управления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647A44-356F-930C-09EF-444FBEB2C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750" y="2883694"/>
            <a:ext cx="95885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5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4EB7-235E-EF77-D35F-CEB0D24F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применения </a:t>
            </a:r>
            <a:r>
              <a:rPr lang="en-RU" dirty="0"/>
              <a:t>EfficientNet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BEB46FB-A90B-83FD-A17C-9919AE2AA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287" y="1825625"/>
            <a:ext cx="8551426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F78751-8FF9-76DA-F751-CEE5F003536D}"/>
              </a:ext>
            </a:extLst>
          </p:cNvPr>
          <p:cNvSpPr txBox="1"/>
          <p:nvPr/>
        </p:nvSpPr>
        <p:spPr>
          <a:xfrm>
            <a:off x="1220230" y="6211669"/>
            <a:ext cx="8838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Tan, Mingxing, et al. "Mnasnet: Platform-aware neural architecture search for mobile." Proceedings of the IEEE/CVF conference on computer vision and pattern recognition. 2019.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5054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2866-A3FC-A172-B7F4-1705C7FF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Пространство состояний </a:t>
            </a:r>
            <a:r>
              <a:rPr lang="en-RU" dirty="0"/>
              <a:t>MNasNet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D9927-5D6E-C336-3D88-B289A7934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5815"/>
            <a:ext cx="10515600" cy="345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4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7375-B495-47C0-49BA-A4E76312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Библиотеки: </a:t>
            </a:r>
            <a:r>
              <a:rPr lang="en-US" dirty="0"/>
              <a:t>Gymnasium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82C79-D28F-FD50-13B0-493C126AB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99" y="1418840"/>
            <a:ext cx="3251200" cy="215984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C9C0AAA-74C4-1ACB-A10B-183B9C765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384" y="1027906"/>
            <a:ext cx="2570205" cy="257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A9F2FA4-28D9-5435-D805-26E5C4AF2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682" y="3781253"/>
            <a:ext cx="3239118" cy="2699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12397AD-2C41-DD7F-7543-8C8AC9BAD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0" t="9803" r="17955" b="8932"/>
          <a:stretch/>
        </p:blipFill>
        <p:spPr bwMode="auto">
          <a:xfrm>
            <a:off x="1087223" y="4158735"/>
            <a:ext cx="2928551" cy="183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04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FD5B-5AFF-48B7-317F-2E261EAA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MoJoCo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D74548-44EF-23BF-B152-CA8C5D5FD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0564" y="1825625"/>
            <a:ext cx="57708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71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9EF9-1A8E-FB01-0977-D099EFDC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CARLA</a:t>
            </a:r>
          </a:p>
        </p:txBody>
      </p:sp>
      <p:pic>
        <p:nvPicPr>
          <p:cNvPr id="2050" name="Picture 2" descr="manual_control.py">
            <a:extLst>
              <a:ext uri="{FF2B5EF4-FFF2-40B4-BE49-F238E27FC236}">
                <a16:creationId xmlns:a16="http://schemas.microsoft.com/office/drawing/2014/main" id="{8229AC20-C21C-B98F-435C-2C6C0E6589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908" y="1825625"/>
            <a:ext cx="74381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49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73</Words>
  <Application>Microsoft Macintosh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Обучение с подкреплением</vt:lpstr>
      <vt:lpstr>Марковский процесс принятия решений</vt:lpstr>
      <vt:lpstr>Пример описания робота-уборщика</vt:lpstr>
      <vt:lpstr>«Многорукий бандит»</vt:lpstr>
      <vt:lpstr>Оценка вознаграждения за действие</vt:lpstr>
      <vt:lpstr>Выбор действия на основе градиентного спуска</vt:lpstr>
      <vt:lpstr>Связь с задачей оптимального управления</vt:lpstr>
      <vt:lpstr>Пример применения EfficientNet </vt:lpstr>
      <vt:lpstr>Пространство состояний MNasNet</vt:lpstr>
      <vt:lpstr>Библиотеки: Gymnasium</vt:lpstr>
      <vt:lpstr>MoJoCo</vt:lpstr>
      <vt:lpstr>CARLA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Обучение с подкреплением</dc:title>
  <dc:creator>Microsoft Office User</dc:creator>
  <cp:lastModifiedBy>Microsoft Office User</cp:lastModifiedBy>
  <cp:revision>2</cp:revision>
  <dcterms:created xsi:type="dcterms:W3CDTF">2025-11-26T01:20:52Z</dcterms:created>
  <dcterms:modified xsi:type="dcterms:W3CDTF">2025-11-26T13:27:08Z</dcterms:modified>
</cp:coreProperties>
</file>