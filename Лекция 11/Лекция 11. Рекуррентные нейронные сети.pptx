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40"/>
    <p:restoredTop sz="96405"/>
  </p:normalViewPr>
  <p:slideViewPr>
    <p:cSldViewPr snapToGrid="0">
      <p:cViewPr varScale="1">
        <p:scale>
          <a:sx n="154" d="100"/>
          <a:sy n="154" d="100"/>
        </p:scale>
        <p:origin x="216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51CAF-B8A0-CF45-D637-D85F6000A5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BB31C2-2AF1-A738-9FDB-081BA2AAD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6618C4-9631-87DF-608C-EC0D3A625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7763C-950B-4143-B581-6DD252E96ED8}" type="datetimeFigureOut">
              <a:rPr lang="en-RU" smtClean="0"/>
              <a:t>19.12.2025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94D5D-2F22-42C0-0898-AF595679D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769575-037F-42CC-19D4-6288DA5EB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4BB88-6350-D743-A2B8-269EE1DDDE96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18612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D1713-B652-2FD9-5966-DC7980A50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70C94-6943-1A6E-87E2-D60BDB584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734EC-DE8A-45D8-573C-82421CFE8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7763C-950B-4143-B581-6DD252E96ED8}" type="datetimeFigureOut">
              <a:rPr lang="en-RU" smtClean="0"/>
              <a:t>19.12.2025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5FCE9-30E4-0FFB-7D0F-46D057D50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F9992-9B39-FD83-7FE2-0DDEB9F5F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4BB88-6350-D743-A2B8-269EE1DDDE96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888167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CB087-151F-BBE3-23C0-28641CB0E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699961-C070-72E7-F6B0-C50CACD586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36105F-9A1C-3C5C-7D56-2FB7F44F5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7763C-950B-4143-B581-6DD252E96ED8}" type="datetimeFigureOut">
              <a:rPr lang="en-RU" smtClean="0"/>
              <a:t>19.12.2025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35574F-A443-4574-9C8D-AD331847C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0BEE5-C154-E67D-2198-FB8CEE0EC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4BB88-6350-D743-A2B8-269EE1DDDE96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889725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77CC3-2A3A-8DE4-0470-9A73B971E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28B79-57F9-E694-1170-6F0DADDE92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CF7238-6241-4370-5EDA-853299AC6B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DB2070-D524-94C8-8904-C04E0F496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7763C-950B-4143-B581-6DD252E96ED8}" type="datetimeFigureOut">
              <a:rPr lang="en-RU" smtClean="0"/>
              <a:t>19.12.2025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1803FA-532B-7A6A-C0AE-6D3B1134E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288C79-FECA-96E2-93A1-481E5C0C5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4BB88-6350-D743-A2B8-269EE1DDDE96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761638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E69F9-E5C5-4FAE-7D47-A3B62E59A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21ABBD-BB05-4271-009C-FF78B8B3E8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152110-4B54-2525-EBDB-20F3EBCC0B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404F6B-DDE4-BADE-4DDF-D57790DE0B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C92670-F14B-01DF-EE7C-0B343C4EE5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E11441-B4B9-F209-D148-3EA94FA7B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7763C-950B-4143-B581-6DD252E96ED8}" type="datetimeFigureOut">
              <a:rPr lang="en-RU" smtClean="0"/>
              <a:t>19.12.2025</a:t>
            </a:fld>
            <a:endParaRPr lang="en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9B993A-8EEC-5B98-84C0-16293BC1A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7E0ADC-75A0-AD68-1CB8-75FACBC78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4BB88-6350-D743-A2B8-269EE1DDDE96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29783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B3BC1-9489-4EC4-C135-D9725D628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131DA5-704B-65B2-216A-D8633E948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7763C-950B-4143-B581-6DD252E96ED8}" type="datetimeFigureOut">
              <a:rPr lang="en-RU" smtClean="0"/>
              <a:t>19.12.2025</a:t>
            </a:fld>
            <a:endParaRPr lang="en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D60FDD-DCEC-9A17-95E8-871F1965E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CF88FF-53B2-BD8F-B8B4-04352738C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4BB88-6350-D743-A2B8-269EE1DDDE96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289641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1F059C-691A-52DA-D628-2DF34BAE7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7763C-950B-4143-B581-6DD252E96ED8}" type="datetimeFigureOut">
              <a:rPr lang="en-RU" smtClean="0"/>
              <a:t>19.12.2025</a:t>
            </a:fld>
            <a:endParaRPr lang="en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2A8FE6-E5EE-90A2-C9D6-AC611081A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F99274-C831-90D9-523C-D60FCD518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4BB88-6350-D743-A2B8-269EE1DDDE96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349437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67C1D-CDE7-D35C-81FC-E6228DD50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7CFB2-DC21-CEF2-C864-DB8AC6EEC5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D9C10D-88CD-E0E8-E21D-02815614BC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FBDD4F-B8C0-13DC-4AE0-2D6218E0B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7763C-950B-4143-B581-6DD252E96ED8}" type="datetimeFigureOut">
              <a:rPr lang="en-RU" smtClean="0"/>
              <a:t>19.12.2025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0FDE3A-421C-61FA-D7E4-49B1D8C9B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D8A565-ABE6-43C4-467E-8487F467D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4BB88-6350-D743-A2B8-269EE1DDDE96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50205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7C8F1-E218-238C-78DC-12B0A774B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BA0551-2962-BA3B-4CFA-D7E95265C5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EF5250-E8E0-775A-0856-05CACC4214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CB4E71-EE7D-3926-9ED1-9DDCFE79B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7763C-950B-4143-B581-6DD252E96ED8}" type="datetimeFigureOut">
              <a:rPr lang="en-RU" smtClean="0"/>
              <a:t>19.12.2025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3E8950-59A2-F409-E1F7-1D0B0DF11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F04791-BC38-0782-483C-031710269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4BB88-6350-D743-A2B8-269EE1DDDE96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258093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3A799-3F57-1869-C941-58FBF377E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AF3E20-176C-FB6C-7BE1-7FDC66441A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74C053-57FA-AF4B-5CC0-75B8C3311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7763C-950B-4143-B581-6DD252E96ED8}" type="datetimeFigureOut">
              <a:rPr lang="en-RU" smtClean="0"/>
              <a:t>19.12.2025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7A0B4C-223C-7C12-AFC8-78E0C74E3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3215B6-35DA-27BF-880F-72093EA74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4BB88-6350-D743-A2B8-269EE1DDDE96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125524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7D238E-4ACE-0DBD-8DEC-713F133FCC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25902B-C839-5757-4A54-96CB60CCB7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A2855C-67D9-EC35-C658-2182E3223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7763C-950B-4143-B581-6DD252E96ED8}" type="datetimeFigureOut">
              <a:rPr lang="en-RU" smtClean="0"/>
              <a:t>19.12.2025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D811B9-4E5C-2A45-BC4F-868952B9F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27DCDC-B205-14B3-3EF6-467CC8F18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4BB88-6350-D743-A2B8-269EE1DDDE96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68717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789D4F-1B2E-C38F-B9C8-BFCD20FB0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19B598-0C6B-C629-2976-41F1681951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5C464-7626-66B0-2072-1046639836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D7763C-950B-4143-B581-6DD252E96ED8}" type="datetimeFigureOut">
              <a:rPr lang="en-RU" smtClean="0"/>
              <a:t>19.12.2025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073197-BEE8-5BC2-88C3-90A220522F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D11A6A-C16D-D859-CE2C-A41A3E9231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84BB88-6350-D743-A2B8-269EE1DDDE96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826887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idawiki.cli.di.unipi.it/lib/exe/fetch.php/magistraleinformatica/aa2/lstm.pdf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pdf/1406.1078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openaccess.thecvf.com/content_ICCV_2017/papers/Coskun_Long_Short-Term_Memory_ICCV_2017_paper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access.thecvf.com/content_iccv_2015/papers/Antol_VQA_Visual_Question_ICCV_2015_paper.pdf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access.thecvf.com/content_cvpr_2018/papers/Nilsson_Semantic_Video_Segmentation_CVPR_2018_paper.pdf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access.thecvf.com/content/CVPR2022/papers/Wang_IterMVS_Iterative_Probability_Estimation_for_Efficient_Multi-View_Stereo_CVPR_2022_paper.pdf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7F7CA-3791-7473-650F-80CF964ABF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Рекуррентные нейронные сети</a:t>
            </a:r>
            <a:endParaRPr lang="en-R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8D3815-0349-500C-3B32-C9BFF04729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943693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EF3D7-18FB-83E0-7536-ADCACDF1C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Определение</a:t>
            </a:r>
            <a:endParaRPr lang="en-RU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DD37B7-988B-3815-A1BF-0B91A599EF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2845941"/>
            <a:ext cx="10515600" cy="3505200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9477C3D-D20A-7D0C-84B3-C25A8D568D23}"/>
                  </a:ext>
                </a:extLst>
              </p:cNvPr>
              <p:cNvSpPr txBox="1"/>
              <p:nvPr/>
            </p:nvSpPr>
            <p:spPr>
              <a:xfrm>
                <a:off x="4926547" y="1328768"/>
                <a:ext cx="19243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R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9477C3D-D20A-7D0C-84B3-C25A8D568D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6547" y="1328768"/>
                <a:ext cx="1924373" cy="276999"/>
              </a:xfrm>
              <a:prstGeom prst="rect">
                <a:avLst/>
              </a:prstGeom>
              <a:blipFill>
                <a:blip r:embed="rId4"/>
                <a:stretch>
                  <a:fillRect l="-1961" r="-3922" b="-34783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Graphic 9">
            <a:extLst>
              <a:ext uri="{FF2B5EF4-FFF2-40B4-BE49-F238E27FC236}">
                <a16:creationId xmlns:a16="http://schemas.microsoft.com/office/drawing/2014/main" id="{D694A3B9-7A07-A52B-CE1D-404599AE86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26547" y="1833847"/>
            <a:ext cx="3372572" cy="65985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DF9E116-F199-8A6D-CA7F-B9ABC82A6D77}"/>
              </a:ext>
            </a:extLst>
          </p:cNvPr>
          <p:cNvSpPr/>
          <p:nvPr/>
        </p:nvSpPr>
        <p:spPr>
          <a:xfrm>
            <a:off x="3554859" y="3429000"/>
            <a:ext cx="1058239" cy="65754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226394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8059E-619F-D212-B7EC-831253C5D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Двунаправленная рекурсия</a:t>
            </a:r>
            <a:endParaRPr lang="en-RU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902B98D-323B-0683-A735-9B072AB6DE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3851" y="1825625"/>
            <a:ext cx="8864297" cy="4351338"/>
          </a:xfrm>
        </p:spPr>
      </p:pic>
    </p:spTree>
    <p:extLst>
      <p:ext uri="{BB962C8B-B14F-4D97-AF65-F5344CB8AC3E}">
        <p14:creationId xmlns:p14="http://schemas.microsoft.com/office/powerpoint/2010/main" val="2175557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521C5-DD84-6892-EC8C-569CB62F6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LSTM (Long-Short Term Memory)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D6091D9-5B8F-E4EE-C8FE-AE5F003291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3623" y="1825625"/>
            <a:ext cx="9784754" cy="4351338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87654ED-4E53-4301-6BE0-238168F515AB}"/>
              </a:ext>
            </a:extLst>
          </p:cNvPr>
          <p:cNvSpPr txBox="1"/>
          <p:nvPr/>
        </p:nvSpPr>
        <p:spPr>
          <a:xfrm>
            <a:off x="571499" y="6308209"/>
            <a:ext cx="113489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4"/>
              </a:rPr>
              <a:t>Hochreiter, Sepp, and Jürgen Schmidhuber. "Long short-term memory." Neural computation 9.8 (1997): 1735-1780.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15820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7A364-B429-F5C1-14C3-136ABD95A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GRU (Gated </a:t>
            </a:r>
            <a:r>
              <a:rPr lang="en-US" dirty="0" err="1"/>
              <a:t>Recurent</a:t>
            </a:r>
            <a:r>
              <a:rPr lang="en-US" dirty="0"/>
              <a:t> Unit)</a:t>
            </a:r>
            <a:endParaRPr lang="en-RU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780C9A-D505-20CA-67A8-7793F7588C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3623" y="1825625"/>
            <a:ext cx="9784754" cy="4351338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E8F87F0-9C5D-F26A-F083-34C501275139}"/>
              </a:ext>
            </a:extLst>
          </p:cNvPr>
          <p:cNvSpPr txBox="1"/>
          <p:nvPr/>
        </p:nvSpPr>
        <p:spPr>
          <a:xfrm>
            <a:off x="249380" y="6211669"/>
            <a:ext cx="114465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hlinkClick r:id="rId4"/>
              </a:rPr>
              <a:t>Cho, Kyunghyun, et al. "Learning phrase representations using RNN encoder-decoder for statistical machine translation.”</a:t>
            </a:r>
          </a:p>
          <a:p>
            <a:r>
              <a:rPr lang="en-GB" dirty="0">
                <a:hlinkClick r:id="rId4"/>
              </a:rPr>
              <a:t> arXiv preprint arXiv:1406.1078 (2014).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4012017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56A35-FDFF-6C89-BFD3-5BDD95F16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Улучшение позиции особых точек</a:t>
            </a:r>
            <a:endParaRPr lang="en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A639E2-4E5D-ECFA-A9B1-71FD6D7B0CF4}"/>
              </a:ext>
            </a:extLst>
          </p:cNvPr>
          <p:cNvSpPr txBox="1"/>
          <p:nvPr/>
        </p:nvSpPr>
        <p:spPr>
          <a:xfrm>
            <a:off x="349322" y="6169709"/>
            <a:ext cx="113426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2"/>
              </a:rPr>
              <a:t>Coskun, Huseyin, et al. "Long short-term memory kalman filters: Recurrent neural estimators for pose regularization." Proceedings of the IEEE International Conference on Computer Vision. 2017.</a:t>
            </a:r>
            <a:r>
              <a:rPr lang="ru-RU" dirty="0"/>
              <a:t> </a:t>
            </a:r>
            <a:endParaRPr lang="en-R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68F63E-D606-370B-555B-D557C4FB23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22" y="3429000"/>
            <a:ext cx="11340826" cy="26141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B85C29-B7E0-B089-C2E0-E30CBCEB0DF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2486"/>
          <a:stretch/>
        </p:blipFill>
        <p:spPr>
          <a:xfrm>
            <a:off x="6288639" y="1915542"/>
            <a:ext cx="2882758" cy="15134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315312C-ACCB-3084-6B99-1956B12860C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6823"/>
          <a:stretch/>
        </p:blipFill>
        <p:spPr>
          <a:xfrm>
            <a:off x="3542872" y="1735164"/>
            <a:ext cx="2882758" cy="1693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350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3B796-F4DA-EA04-2357-9FD7C6B8C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Question Answering</a:t>
            </a:r>
            <a:endParaRPr lang="en-RU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2E581E0-0419-DA0A-8EDB-1341B252D2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53133" y="1825625"/>
            <a:ext cx="5485733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7E4121-A947-DF20-A65B-1D7C09025F4D}"/>
              </a:ext>
            </a:extLst>
          </p:cNvPr>
          <p:cNvSpPr txBox="1"/>
          <p:nvPr/>
        </p:nvSpPr>
        <p:spPr>
          <a:xfrm>
            <a:off x="521412" y="6169709"/>
            <a:ext cx="113760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Antol, Stanislaw, et al. "Vqa: Visual question answering." Proceedings of the IEEE international conference on computer vision. 2015. 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911969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4149A-EB73-A7A6-F4A7-BB66FEAC4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Сегментация методом сканирующего окна</a:t>
            </a:r>
            <a:endParaRPr lang="en-RU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C579A9B-716E-EE9E-42CE-91486C9574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84269" y="1825625"/>
            <a:ext cx="5823461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BD90A8B-F36C-8795-AA11-C00CC7952242}"/>
              </a:ext>
            </a:extLst>
          </p:cNvPr>
          <p:cNvSpPr txBox="1"/>
          <p:nvPr/>
        </p:nvSpPr>
        <p:spPr>
          <a:xfrm>
            <a:off x="223462" y="6169709"/>
            <a:ext cx="119685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Nilsson, David, and Cristian Sminchisescu. "Semantic video segmentation by gated recurrent flow propagation." Proceedings of the IEEE conference on computer vision and pattern recognition. 2018.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637147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5ED7D-2AFA-8938-A854-0FB626AC9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Многоракурсное</a:t>
            </a:r>
            <a:r>
              <a:rPr lang="ru-RU" dirty="0"/>
              <a:t> стерео</a:t>
            </a:r>
            <a:endParaRPr lang="en-RU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983E359-07BE-8F25-9AE7-6C05C15801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5064" y="1342740"/>
            <a:ext cx="9011038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E7D728-E4F2-0DB4-3E16-845C52FF89B8}"/>
              </a:ext>
            </a:extLst>
          </p:cNvPr>
          <p:cNvSpPr txBox="1"/>
          <p:nvPr/>
        </p:nvSpPr>
        <p:spPr>
          <a:xfrm>
            <a:off x="369869" y="6169709"/>
            <a:ext cx="116611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Wang, Fangjinhua, et al. "Itermvs: Iterative probability estimation for efficient multi-view stereo." Proceedings of the IEEE/CVF conference on computer vision and pattern recognition. 2022.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1021527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28096-B748-8D1D-D0BE-21061C29C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D3F4C-9C9C-5139-9F80-9C03C3E18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513781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</TotalTime>
  <Words>215</Words>
  <Application>Microsoft Macintosh PowerPoint</Application>
  <PresentationFormat>Widescreen</PresentationFormat>
  <Paragraphs>17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Office Theme</vt:lpstr>
      <vt:lpstr>Рекуррентные нейронные сети</vt:lpstr>
      <vt:lpstr>Определение</vt:lpstr>
      <vt:lpstr>Двунаправленная рекурсия</vt:lpstr>
      <vt:lpstr>LSTM (Long-Short Term Memory)</vt:lpstr>
      <vt:lpstr>GRU (Gated Recurent Unit)</vt:lpstr>
      <vt:lpstr>Улучшение позиции особых точек</vt:lpstr>
      <vt:lpstr>Visual Question Answering</vt:lpstr>
      <vt:lpstr>Сегментация методом сканирующего окна</vt:lpstr>
      <vt:lpstr>Многоракурсное стерео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4</cp:revision>
  <dcterms:created xsi:type="dcterms:W3CDTF">2025-11-19T09:05:20Z</dcterms:created>
  <dcterms:modified xsi:type="dcterms:W3CDTF">2025-12-19T13:27:20Z</dcterms:modified>
</cp:coreProperties>
</file>