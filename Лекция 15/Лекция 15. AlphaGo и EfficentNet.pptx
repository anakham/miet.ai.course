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16:07:22.459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E572-8544-006E-3FC2-C3AACC6F9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AF3EF-4313-914C-4062-56660E25F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CF291-C222-3779-D0DE-0F1ACDF3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3AF2A-034E-810D-B8F0-BE010117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A9395-893A-BA02-2E67-852CA50F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326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CD82-D81E-EA2E-607B-39BD5BCF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9757-D84B-4FDD-2DC8-6B4F19FA0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BADF-B8B2-2B57-E99D-B4C3E994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CAA99-AC8B-A793-625D-05F59A76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1EFF-EDDF-1AA3-A49C-D695BCB4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151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8ED9-D044-72A4-BFBB-390B462E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870F3-B924-F28E-5CFB-7CF1D862D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426C-43A3-EF5C-04DA-DDC9873E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81A12-7453-17B9-BC87-E69FB248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A7BE9-49D5-DC6E-8EB9-2D1EB30F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0139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3686-779C-554F-4875-8CE897F2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61A4-3ADE-0DAE-A85B-9BB1361EC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DD271-20C0-45CB-44FA-193F1F520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85489-6BBC-18F8-010A-0CDCD117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63CB5-4A6B-40CC-B3F6-292BF1C5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F0A06-4A2F-2968-106D-D5A904E9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5839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EA64-7322-3751-2761-B336CFB1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8B96F-588F-1641-8A3C-A5802DFB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58BC4-3BAA-1531-A7C2-BC6AA1187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36904-4A74-7386-5CE2-99D4C97FC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88318-90AF-0C32-E999-47FE652CE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0F600-FB35-080E-ABDC-C7D8B4034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38127-E7F2-9932-0997-F0C39724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187E7-E81B-826A-5569-70CA16CF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420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16A0-9ED7-2037-B247-C11535FE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E5301-71B2-0C9A-A15C-696F4432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A4236-FD93-914D-F43B-81CEA7D4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AB15E-92A8-F247-7C87-AC7F679E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9490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159BB-8B63-BC2A-C86E-9A426640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9C168-78A2-FFA0-B9E5-F1A2D09A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06B54-89D9-6723-0945-5A8F5AF0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4195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9D91-15D0-C657-97A5-613E64EA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D7D86-EFF4-1173-3B9A-B3D263ED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B75CC-C695-207A-37BE-009988CC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DD388-E382-E132-11D6-A28D5AC9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0C255-D67E-3238-A421-F6B26FD7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9444F-B7D8-C495-969F-065E13AE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396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2B2A-5C08-A6F3-FC1E-A8F6E5A3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555F5-48E3-8B5C-F49D-FFE83CB72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72AC5-1775-9462-EE3F-71BDFDF22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963A9-DCE0-A9C3-D51C-C0131F38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863E0-9677-95FE-9788-6A14FBB4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203C-47FE-C1EB-79F8-317584DB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8305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D5AE-5336-0700-0739-81AFA047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78FBB-ADFD-9096-60A4-C8C2E82AE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BFD05-AA92-E7EF-DAFF-F9DCA13D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7870C-77DC-C2BB-074B-97D38236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ABDC9-2540-2745-B290-E10CFFCF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8411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44CD1-C3EF-65D8-E745-AA1084D4C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2AFE8-EB62-86E1-FD7A-E7C3C1FB9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E7DBA-1FE7-D85C-D7D9-DE5992DA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EF077-E4F3-D02E-A05A-3F49FB2D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6CF1D-5B0E-3DB0-2D61-B39E2DC5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444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50115-53F0-7DE0-7ACD-12D429B7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5983B-12F8-89E7-440A-9D31227CC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B922C-4F91-760E-814E-18152133E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DA30C-6EAE-8D41-8081-437B5AE90DB5}" type="datetimeFigureOut">
              <a:rPr lang="en-RU" smtClean="0"/>
              <a:t>18.12.2025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38E0-9BDA-37D6-19C0-05667010E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9182C-DB4F-D47D-F867-45B6D0772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26056-3931-884C-A14F-7FA0723E522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8614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pha%E2%80%93beta_prun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ocs.cs.ualberta.ca/~hayward/355/masteringgameofgo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overy.ucl.ac.uk/id/eprint/10045895/1/agz_unformatted_nature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CVPR_2019/papers/Tan_MnasNet_Platform-Aware_Neural_Architecture_Search_for_Mobile_CVPR_2019_paper.pdf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07.06347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617C-941E-EB9A-472F-D28E1C0890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U" dirty="0"/>
              <a:t>AlphaGo </a:t>
            </a:r>
            <a:r>
              <a:rPr lang="ru-RU" dirty="0"/>
              <a:t>и </a:t>
            </a:r>
            <a:r>
              <a:rPr lang="en-US" dirty="0" err="1"/>
              <a:t>EfficientNet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647DB-9562-3A59-F223-D41DFF91AD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1782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F3A7-4C3C-CB18-53C1-33C5E800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альфа-бета отсечений</a:t>
            </a:r>
            <a:endParaRPr lang="en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96F3A8-2AAA-10EA-516B-103F232FF1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9" y="2631292"/>
            <a:ext cx="4855579" cy="246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D9AE2F-4EB8-C8DF-01A3-7445688386D1}"/>
              </a:ext>
            </a:extLst>
          </p:cNvPr>
          <p:cNvSpPr txBox="1"/>
          <p:nvPr/>
        </p:nvSpPr>
        <p:spPr>
          <a:xfrm>
            <a:off x="1001486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dirty="0">
                <a:hlinkClick r:id="rId3"/>
              </a:rPr>
              <a:t>https://en.wikipedia.org/wiki/Alpha%E2%80%93beta_pruning</a:t>
            </a:r>
            <a:endParaRPr lang="en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9F56E0-EF60-2F28-79E3-C60A5DD22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438" y="1690688"/>
            <a:ext cx="5912362" cy="41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6DD9-AA09-0C7A-F0F6-D4EAAD49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</a:t>
            </a:r>
            <a:r>
              <a:rPr lang="en-RU" dirty="0"/>
              <a:t>Go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4E8F00-7CD0-EB52-81AF-5F5DEA596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3624" y="1960958"/>
            <a:ext cx="3465286" cy="3706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A5B43-19AB-F1D3-394B-560AB53FB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25" y="2012591"/>
            <a:ext cx="4098404" cy="3743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76DE15-5FFF-C5CB-58BD-60A8D33C1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573" y="1960958"/>
            <a:ext cx="3129417" cy="3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8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997B-42FB-CA10-74D8-C19FC324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</a:t>
            </a:r>
            <a:r>
              <a:rPr lang="en-RU" dirty="0"/>
              <a:t>Go </a:t>
            </a:r>
            <a:r>
              <a:rPr lang="ru-RU" dirty="0"/>
              <a:t>на основе знаний экспертов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CE7390-CD8F-B7D5-89DC-58983666F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6815" y="2059023"/>
            <a:ext cx="6554272" cy="273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AA0CF8-D2FE-FF57-0257-623E4B3B3DA9}"/>
              </a:ext>
            </a:extLst>
          </p:cNvPr>
          <p:cNvSpPr txBox="1"/>
          <p:nvPr/>
        </p:nvSpPr>
        <p:spPr>
          <a:xfrm>
            <a:off x="185057" y="6123543"/>
            <a:ext cx="12006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Silver, David, et al. "Mastering the game of Go with deep neural networks and tree search." nature 529.7587 (2016): 484-489.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9194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7754-5875-8F0F-B85A-08EFC336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сетей </a:t>
            </a:r>
            <a:r>
              <a:rPr lang="en-US" dirty="0"/>
              <a:t>AlphaGo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A9AD78-7C12-299D-AB92-1B6A2903D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581" y="1825625"/>
            <a:ext cx="101488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82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507D-A2FE-1001-3728-F88B0C4B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архитектуры </a:t>
            </a:r>
            <a:r>
              <a:rPr lang="en-RU" dirty="0"/>
              <a:t>AlphaGo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59500-31A5-E8A0-27C3-13D5B7E9F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146" y="3329441"/>
            <a:ext cx="7369654" cy="297087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63D057-4F8E-869F-BE3C-18F663700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9139" y="1825625"/>
            <a:ext cx="3849892" cy="21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8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9F6F-4326-39B9-325E-F338A4E8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в деревьях марковских процессов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B61F0B-7855-8A8F-5E4E-2CF60ACB3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286" y="1804659"/>
            <a:ext cx="10515600" cy="3500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32C041-3078-F0C1-708C-937F4B3C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64" y="5301674"/>
            <a:ext cx="3282950" cy="6742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1DB4ED-951D-3C73-FAB1-42DCD8E2D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64" y="5805478"/>
            <a:ext cx="1859642" cy="741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43E06-5EA0-7540-5F75-D3E7A01C6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743" y="6012861"/>
            <a:ext cx="2547257" cy="434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046B41-C25A-3CA2-6845-5C7B53A2C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940" y="5591254"/>
            <a:ext cx="2908300" cy="116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5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7D1A-12E5-DC12-E1F7-44CB1A61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Zero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95FBFA-8B37-16A3-585B-8FA9ABA5C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3660" y="579918"/>
            <a:ext cx="6392169" cy="5698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97E6B5-0816-6169-85B8-B2D27C9C5F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806"/>
          <a:stretch/>
        </p:blipFill>
        <p:spPr>
          <a:xfrm>
            <a:off x="1578430" y="3131731"/>
            <a:ext cx="1415142" cy="594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94FEAF-E651-9CA3-9983-63502BBFC8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705" t="1" b="-2715"/>
          <a:stretch/>
        </p:blipFill>
        <p:spPr>
          <a:xfrm>
            <a:off x="1496786" y="3679046"/>
            <a:ext cx="2993572" cy="610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07251-3AC1-FFAD-9E72-2C4C1150591E}"/>
              </a:ext>
            </a:extLst>
          </p:cNvPr>
          <p:cNvSpPr txBox="1"/>
          <p:nvPr/>
        </p:nvSpPr>
        <p:spPr>
          <a:xfrm>
            <a:off x="1105790" y="6190477"/>
            <a:ext cx="10376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Silver, David, et al. "Mastering the game of go without human knowledge." nature 550.7676 (2017): 354-359.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6777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D5DE-6CF4-348D-8FD2-D44341F8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MnasNet</a:t>
            </a:r>
            <a:r>
              <a:rPr lang="en-US" dirty="0"/>
              <a:t>: </a:t>
            </a:r>
            <a:r>
              <a:rPr lang="ru-RU" dirty="0"/>
              <a:t>начальный шаг </a:t>
            </a:r>
            <a:r>
              <a:rPr lang="en-US" dirty="0" err="1"/>
              <a:t>EfficientNet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AF4EC8-0E80-C76E-994E-2E35130DA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0606"/>
            <a:ext cx="10515600" cy="3421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CAB93-0E53-61F6-9CA9-29A07B7F09C6}"/>
              </a:ext>
            </a:extLst>
          </p:cNvPr>
          <p:cNvSpPr txBox="1"/>
          <p:nvPr/>
        </p:nvSpPr>
        <p:spPr>
          <a:xfrm>
            <a:off x="1121229" y="6127233"/>
            <a:ext cx="10352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Tan, Mingxing, et al. "Mnasnet: Platform-aware neural architecture search for mobile." CVPR. 2019.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67568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8551-5FB7-D96F-8154-BC803E6E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поиска</a:t>
            </a:r>
            <a:r>
              <a:rPr lang="en-US" dirty="0"/>
              <a:t> </a:t>
            </a:r>
            <a:r>
              <a:rPr lang="en-US" dirty="0" err="1"/>
              <a:t>MnasNet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2801FA-F142-DC4B-BE15-AD666474A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478" y="1513001"/>
            <a:ext cx="6515100" cy="3517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76887F-0F3F-43C5-2E4D-9D378BC6E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314" y="5030901"/>
            <a:ext cx="4927600" cy="1206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9DC99-35F7-654E-C5D0-7D8FD5A79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736" y="5288586"/>
            <a:ext cx="28067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7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7E5C-DB1A-D642-8BA3-733DC1F5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в </a:t>
            </a:r>
            <a:r>
              <a:rPr lang="en-US" dirty="0" err="1"/>
              <a:t>MnasNet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97DF78-B039-A98B-FF09-068E2EA23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5380"/>
            <a:ext cx="10515600" cy="3031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895408-1B43-9FAD-D2BF-708DC5901BEE}"/>
              </a:ext>
            </a:extLst>
          </p:cNvPr>
          <p:cNvSpPr txBox="1"/>
          <p:nvPr/>
        </p:nvSpPr>
        <p:spPr>
          <a:xfrm>
            <a:off x="1251856" y="6041963"/>
            <a:ext cx="1001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Schulman, John, et al. "Proximal policy optimization algorithms." arXiv preprint arXiv:1707.06347 (2017).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263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147</Words>
  <Application>Microsoft Macintosh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AlphaGo и EfficientNet</vt:lpstr>
      <vt:lpstr>Алгоритм альфа-бета отсечений</vt:lpstr>
      <vt:lpstr>Игра Go</vt:lpstr>
      <vt:lpstr>AlphaGo на основе знаний экспертов</vt:lpstr>
      <vt:lpstr>Архитектура сетей AlphaGo</vt:lpstr>
      <vt:lpstr>Элементы архитектуры AlphaGo</vt:lpstr>
      <vt:lpstr>Поиск в деревьях марковских процессов</vt:lpstr>
      <vt:lpstr>Alpha Zero</vt:lpstr>
      <vt:lpstr>MnasNet: начальный шаг EfficientNet</vt:lpstr>
      <vt:lpstr>Процесс поиска MnasNet</vt:lpstr>
      <vt:lpstr>Оптимизация в MnasNet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AlphaGo и EfficientNet</dc:title>
  <dc:creator>Microsoft Office User</dc:creator>
  <cp:lastModifiedBy>Microsoft Office User</cp:lastModifiedBy>
  <cp:revision>3</cp:revision>
  <dcterms:created xsi:type="dcterms:W3CDTF">2025-12-17T11:00:58Z</dcterms:created>
  <dcterms:modified xsi:type="dcterms:W3CDTF">2025-12-18T15:48:52Z</dcterms:modified>
</cp:coreProperties>
</file>